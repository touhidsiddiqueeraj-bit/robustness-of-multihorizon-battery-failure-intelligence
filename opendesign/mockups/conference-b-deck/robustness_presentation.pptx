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535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405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511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Feature shift across severities</a:t>
            </a:r>
          </a:p>
        </p:txBody>
      </p:sp>
      <p:pic>
        <p:nvPicPr>
          <p:cNvPr id="5" name="Picture 4" descr="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16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Both isotonic and Platt recalibration recover calibration. Mean±std across 5 seeds × 4 severities: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6583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0.297±0.017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0.064±0.013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0.066±0.024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0.286±0.012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0.083±0.037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0.087±0.022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0.299±0.014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0.081±0.024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0.079±0.036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0.104±0.019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0.362±0.022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0.086±0.028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0.076±0.036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0.137±0.026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All three methods comparable at H=10–30; temperature scaling underperforms at H=50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14400"/>
            <a:ext cx="4572000" cy="37407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Sample-size sweep: 5%–50%</a:t>
            </a:r>
          </a:p>
        </p:txBody>
      </p:sp>
      <p:pic>
        <p:nvPicPr>
          <p:cNvPr id="5" name="Picture 4" descr="fig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Calibri"/>
              </a:defRPr>
            </a:pPr>
            <a:r>
              <a:t>ECE decreases monotonically with sample fraction. The 10% fraction used throughout sits at the elbow — diminishing returns above 20%.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Domain randomization: modest extra 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Training on perturbed data provides additional protection at longer horizons.</a:t>
            </a:r>
          </a:p>
        </p:txBody>
      </p:sp>
      <p:pic>
        <p:nvPicPr>
          <p:cNvPr id="6" name="Picture 5" descr="fig_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8580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DR+H=50 ECE=0.047 vs. standard+isotonic H=50 ECE=0.087 (45% reduction). Minimal gain at H=10.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716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Trade-off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4× training data overhead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~10 min extra training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Same base classifier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Harder to explain in 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6A34A"/>
                </a:solidFill>
                <a:latin typeface="Calibri"/>
              </a:defRPr>
            </a:pPr>
            <a:r>
              <a:t>For most deployments:</a:t>
            </a:r>
            <a:br/>
            <a:r>
              <a:t>recalibration alone suffices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2860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517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at the elbow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9260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the ECE curve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