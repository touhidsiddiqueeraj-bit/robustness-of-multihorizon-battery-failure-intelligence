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535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405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3616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Feature shift across severities</a:t>
            </a:r>
          </a:p>
        </p:txBody>
      </p:sp>
      <p:pic>
        <p:nvPicPr>
          <p:cNvPr id="5" name="Picture 4" descr="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16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Isotonic regression fit on 10%, evaluated on held-out 90%: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4754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Recalibrated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0.272–0.313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0.057–0.076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0.277–0.293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0.060–0.073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0.288–0.316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0.076–0.092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0.331–0.381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0.080–0.094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Recovery consistent across all severity levels and horizons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3392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 suffices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12 /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