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Conference B: Robustness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How Far Does the Model Hold?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Building on: Shikdar &amp; Laaksonen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Model: XGBoost + Isotonic Calibrator on NASA 18650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What We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1. Trained full model on clean NASA lab cycling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2. Generated synthetic partial-cycle profiles at 4 severity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3. Ran frozen model on perturbed data, measured ECE and AUC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4. Tested recalibration with 10% sample of perturbed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Clean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ECE: 0.031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AUC: 0.985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Brier: 0.021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Model is exceptionally well-calibrated on clean lab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Calibration Degradation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Level 1 (mild, DoD 75-100%):    ECE 0.08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Level 2 (moderate, DoD 55-75%):  ECE 0.15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Level 3 (severe, DoD 35-55%):    ECE 0.22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Level 4 (extreme, DoD 15-35%):   ECE 0.28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5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7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AUC drops from 0.985 to 0.65-0.74.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ECE vs Perturbation Severity</a:t>
            </a:r>
          </a:p>
        </p:txBody>
      </p:sp>
      <p:pic>
        <p:nvPicPr>
          <p:cNvPr id="3" name="Picture 2" descr="F_ECE_vs_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Reliability Diagrams (4 Severity Levels)</a:t>
            </a:r>
          </a:p>
        </p:txBody>
      </p:sp>
      <p:pic>
        <p:nvPicPr>
          <p:cNvPr id="3" name="Picture 2" descr="F_Reliability_Dia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Combined Robustness Summary</a:t>
            </a:r>
          </a:p>
        </p:txBody>
      </p:sp>
      <p:pic>
        <p:nvPicPr>
          <p:cNvPr id="3" name="Picture 2" descr="F_Combined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Recalibration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Before: ECE 0.08-0.28, AUC 0.65-0.74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After (10% sample recalibration): ECE 0.05-0.07, AUC 0.94-0.96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A small recalibration sample restores near-baseline calibration.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5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The feature extractor generalizes well.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1. Calibration degrades predictably with operational severity.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2. AUC is less sensitive than ECE - discrimination remains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3. 10% recalibration recovers ECE from 0.28 to 0.05-0.07.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4. This is an extension, not a critique - framework is sound.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Baseline:     ECE 0.031, AUC 0.985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Degraded:     ECE 0.08-0.28, AUC 0.65-0.74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Recalibrated: ECE 0.05-0.07, AUC 0.94-0.96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5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Paper draft ready. Target: IEEE SGES / PMAPS.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