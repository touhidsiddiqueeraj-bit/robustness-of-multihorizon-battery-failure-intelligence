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ECE — No Recalibration</c:v>
                </c:pt>
              </c:strCache>
            </c:strRef>
          </c:tx>
          <c:spPr>
            <a:ln w="38100" cap="flat">
              <a:solidFill>
                <a:srgbClr val="6B2D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D2D"/>
              </a:solidFill>
              <a:ln w="9525" cap="flat">
                <a:solidFill>
                  <a:srgbClr val="6B2D2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Lab (baseline)</c:v>
                </c:pt>
                <c:pt idx="1">
                  <c:v>Mild</c:v>
                </c:pt>
                <c:pt idx="2">
                  <c:v>Moderate</c:v>
                </c:pt>
                <c:pt idx="3">
                  <c:v>Aggressive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</c:v>
                </c:pt>
                <c:pt idx="1">
                  <c:v>0.09</c:v>
                </c:pt>
                <c:pt idx="2">
                  <c:v>0.16</c:v>
                </c:pt>
                <c:pt idx="3">
                  <c:v>0.28000000000000003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399-884B-8230-EEEDA12ECE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ECE — After Recalibration</c:v>
                </c:pt>
              </c:strCache>
            </c:strRef>
          </c:tx>
          <c:spPr>
            <a:ln w="38100" cap="flat">
              <a:solidFill>
                <a:srgbClr val="0F76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Lab (baseline)</c:v>
                </c:pt>
                <c:pt idx="1">
                  <c:v>Mild</c:v>
                </c:pt>
                <c:pt idx="2">
                  <c:v>Moderate</c:v>
                </c:pt>
                <c:pt idx="3">
                  <c:v>Aggressive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</c:v>
                </c:pt>
                <c:pt idx="1">
                  <c:v>0.06</c:v>
                </c:pt>
                <c:pt idx="2">
                  <c:v>0.09</c:v>
                </c:pt>
                <c:pt idx="3">
                  <c:v>0.14000000000000001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399-884B-8230-EEEDA12ECE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1F124-F399-5146-BBDE-52B1AFCD4C73}" type="datetimeFigureOut">
              <a:rPr lang="" smtClean="0"/>
              <a:t>06/08/2026</a:t>
            </a:fld>
            <a:endParaRPr lang="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41788-E599-CE4E-9A72-A35F32CAA11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20216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PAPER PROPOSAL  ·  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Far Does the Model Hold?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of Multihorizon Failure Intelligence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Realistic Operating Conditions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3017520"/>
            <a:ext cx="850392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on: Shikdar &amp; Laaksonen (2026)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IEEE SGES  ·  PMAPS  ·  IEEE PES GM Workshop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Timeline: 2 Weeks  ·  No field data required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ORIGINAL PAPER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Calibration Strength We Are Building 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paper's most important practical feature is not its AUC score — it is its probability calibration.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regression ensures that when the model says 'this battery has a 70% chance of failing,' that probability is honest. Without calibration, a high AUC score is meaningless for dispatch decisions.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4846320" cy="73152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well-calibrated model is one that can be trusted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not just one that scores well on a leaderboard."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23444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234440"/>
            <a:ext cx="1691640" cy="54864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44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Method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0" y="1600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Isotonic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2402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60920" y="123444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234440"/>
            <a:ext cx="1691640" cy="54864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344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52360" y="1600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0.89–0.94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52360" y="22402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18650 baseline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77840" y="274320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2743200"/>
            <a:ext cx="1691640" cy="54864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8529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cycling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37490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conditions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60920" y="274320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60920" y="2743200"/>
            <a:ext cx="1691640" cy="54864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8529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Policy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5236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≤ 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37490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or reject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Weakest Assumption in the Paper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412480" cy="10972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was trained and evaluated exclusively on clean,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laboratory cycling data.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WAS TRAINED 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84632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BATTERIES EXPERIENCE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71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charge / discharge cycles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36976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55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C-rate throughout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21024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rest periods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room temperature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52928"/>
            <a:ext cx="4023360" cy="320040"/>
          </a:xfrm>
          <a:prstGeom prst="rect">
            <a:avLst/>
          </a:prstGeom>
          <a:solidFill>
            <a:srgbClr val="F1EDE9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871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charges at varying depths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236976"/>
            <a:ext cx="4023360" cy="320040"/>
          </a:xfrm>
          <a:prstGeom prst="rect">
            <a:avLst/>
          </a:prstGeom>
          <a:solidFill>
            <a:srgbClr val="F1EDE9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255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and irregular load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621024"/>
            <a:ext cx="4023360" cy="320040"/>
          </a:xfrm>
          <a:prstGeom prst="rect">
            <a:avLst/>
          </a:prstGeom>
          <a:solidFill>
            <a:srgbClr val="F1EDE9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rest periods, overnight stops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4005072"/>
            <a:ext cx="4023360" cy="320040"/>
          </a:xfrm>
          <a:prstGeom prst="rect">
            <a:avLst/>
          </a:prstGeom>
          <a:solidFill>
            <a:srgbClr val="F1EDE9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fluctuations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622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calibration quality under this shift is completely unknown. No operator can trust a model whose reliability degrades in unknown ways.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WE TEST 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Perturbation — No Field Data Needed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97480" cy="50292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lab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existing NASA lab cycling data as the foundation. The trained hazard model remains unchanged.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2926080"/>
            <a:ext cx="228600" cy="0"/>
          </a:xfrm>
          <a:prstGeom prst="line">
            <a:avLst/>
          </a:prstGeom>
          <a:noFill/>
          <a:ln w="25400">
            <a:solidFill>
              <a:srgbClr val="6B2D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3258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25880"/>
            <a:ext cx="2697480" cy="50292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71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938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synthetic profiles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487168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perturb the lab data: partial cycles at 3 depth-of-discharge levels, randomized rest periods, temperature noise. 4 severity levels from mild to aggressive.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926080"/>
            <a:ext cx="228600" cy="0"/>
          </a:xfrm>
          <a:prstGeom prst="line">
            <a:avLst/>
          </a:prstGeom>
          <a:noFill/>
          <a:ln w="25400">
            <a:solidFill>
              <a:srgbClr val="6B2D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3258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325880"/>
            <a:ext cx="2697480" cy="50292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371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1938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calibration degradation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487168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severity level, measure ECE (Expected Calibration Error) and AUC. Test whether recalibration on a small synthetic sample can recover reliability.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45152"/>
            <a:ext cx="8412480" cy="201168"/>
          </a:xfrm>
          <a:prstGeom prst="rect">
            <a:avLst/>
          </a:prstGeom>
          <a:solidFill>
            <a:srgbClr val="F1ED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65429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data required at any stage. All profiles generated synthetically from existing lab observations.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WE TEST 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2-Week Execution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2029968"/>
            <a:ext cx="0" cy="18288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457200" cy="457200"/>
          </a:xfrm>
          <a:prstGeom prst="ellipse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Perturbation Scheme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0817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4 severity levels. Code partial-cycle generator, rest randomizer, temperature noise injector from NASA lab base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2871216"/>
            <a:ext cx="0" cy="18288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258568"/>
            <a:ext cx="457200" cy="457200"/>
          </a:xfrm>
          <a:prstGeom prst="ellipse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240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441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Generation &amp; Inference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4942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500–1000 synthetic profiles per severity level. Run each through the trained hazard model. Record raw probability outputs.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3712464"/>
            <a:ext cx="0" cy="18288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099816"/>
            <a:ext cx="457200" cy="457200"/>
          </a:xfrm>
          <a:prstGeom prst="ellipse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081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8–10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2826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Measurement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0906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ECE and AUC at each severity level. Test recalibration: retrain isotonic regression on 10% synthetic data, remeasure ECE.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3941064"/>
            <a:ext cx="457200" cy="457200"/>
          </a:xfrm>
          <a:prstGeom prst="ellipse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3922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11–14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41239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&amp; Writing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931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reliability diagram per severity level. Plot ECE vs. perturbation severity curve. Write paper in IEEE 6-page format.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OUR CONTRIBUTION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Add to the Field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4114800" cy="54864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boundary 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characterization of how much deviation from lab conditions a multihorizon hazard model can tolerate before calibration becomes untrustworthy.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25880"/>
            <a:ext cx="4114800" cy="54864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Recalibration recovery finding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8928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small-sample recalibration step is sufficient to maintain reliability under operational shift — a practical recommendation for any future deployment.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4114800" cy="54864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an extension, not a critique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4015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characterize the limits of a promising framework — the necessary step between lab validation and deployment. The original author commissioned this.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8346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834640"/>
            <a:ext cx="4114800" cy="54864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Either outcome is publishable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4015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holds → field deployment is credible. Model degrades → operators know exactly where the limits are. Both findings are valuable and honest.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Error vs. Operational Perturbation Severity (Illustrative)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80160"/>
          <a:ext cx="8229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622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ECE = better calibration. This chart shows whether recalibration can recover reliability as operating conditions deviate from lab.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B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B  · 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model.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stress levels.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calibration survive?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44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29443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Lab-only data; calibration under real conditions untested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0" y="33101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perturbation at 4 severity levels, ECE measurement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0" y="36758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lab data (existing) + synthetic profiles (generated)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40416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07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VENUE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44074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SGES / PMAPS / IEEE PES GM Workshop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Conference B - Battery Model Robustness</dc:title>
  <dc:subject>PptxGenJS Presentation</dc:subject>
  <dc:creator>PptxGenJS</dc:creator>
  <cp:lastModifiedBy>Syeda Salsabil Islam Ariya</cp:lastModifiedBy>
  <cp:revision>3</cp:revision>
  <dcterms:created xsi:type="dcterms:W3CDTF">2026-06-07T11:51:42Z</dcterms:created>
  <dcterms:modified xsi:type="dcterms:W3CDTF">2026-06-07T18:13:12Z</dcterms:modified>
</cp:coreProperties>
</file>